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963AAE-A80D-4905-B4F3-70BFDB0098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5D8F32-92FE-466D-A83E-CF225477EB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21CBB8E-05D1-4328-B224-06505E19A08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rcRect l="13453" t="-164" r="13974" b="0"/>
          <a:stretch/>
        </p:blipFill>
        <p:spPr>
          <a:xfrm>
            <a:off x="1528200" y="105480"/>
            <a:ext cx="7086240" cy="550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rcRect l="13453" t="-164" r="13974" b="0"/>
          <a:stretch/>
        </p:blipFill>
        <p:spPr>
          <a:xfrm>
            <a:off x="1564200" y="105480"/>
            <a:ext cx="7086240" cy="550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rcRect l="13453" t="0" r="13974" b="0"/>
          <a:stretch/>
        </p:blipFill>
        <p:spPr>
          <a:xfrm>
            <a:off x="1600200" y="78480"/>
            <a:ext cx="7086240" cy="5492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1371600" y="1600200"/>
            <a:ext cx="3914640" cy="8582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Compare with Mann-Whittney U test: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wilcox.test(X, 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1600200" y="410400"/>
            <a:ext cx="5299920" cy="46976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Practice parametric vs. non-parametric correlation: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set.seed(12)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n&lt;-10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x&lt;-rnorm(n)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y&lt;-3+2*x+10*rnorm(n)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plot(y~x)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x&lt;-c(x,3)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y&lt;-c(y,30)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plot(y~x)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cor.test(x,y)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cor.test(x,y,method="spearman")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2026-02-04T22:48:33Z</dcterms:created>
  <dc:creator/>
  <dc:description/>
  <dc:language>en-US</dc:language>
  <cp:lastModifiedBy/>
  <cp:lastPrinted>2026-02-04T22:53:17Z</cp:lastPrinted>
  <dcterms:modified xsi:type="dcterms:W3CDTF">2026-02-04T23:03:13Z</dcterms:modified>
  <cp:revision>3</cp:revision>
  <dc:subject/>
  <dc:title/>
</cp:coreProperties>
</file>